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1258" y="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470025"/>
          </a:xfrm>
        </p:spPr>
        <p:txBody>
          <a:bodyPr/>
          <a:lstStyle/>
          <a:p>
            <a:r>
              <a:rPr lang="en-US" b="1" dirty="0"/>
              <a:t>Title:</a:t>
            </a:r>
            <a:r>
              <a:rPr lang="en-US" dirty="0"/>
              <a:t> </a:t>
            </a:r>
            <a:r>
              <a:rPr lang="en-US" i="1" dirty="0" err="1"/>
              <a:t>Amul</a:t>
            </a:r>
            <a:r>
              <a:rPr lang="en-US" i="1" dirty="0"/>
              <a:t> Ice Cream - The Taste of India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38400"/>
            <a:ext cx="6400800" cy="3200400"/>
          </a:xfrm>
        </p:spPr>
        <p:txBody>
          <a:bodyPr/>
          <a:lstStyle/>
          <a:p>
            <a:r>
              <a:rPr lang="en-US" b="1" dirty="0"/>
              <a:t>Content:</a:t>
            </a:r>
            <a:r>
              <a:rPr lang="en-US" dirty="0"/>
              <a:t> Image of </a:t>
            </a:r>
            <a:r>
              <a:rPr lang="en-US" dirty="0" err="1"/>
              <a:t>Amul</a:t>
            </a:r>
            <a:r>
              <a:rPr lang="en-US" dirty="0"/>
              <a:t> Ice Cream with tagline.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5732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04800"/>
            <a:ext cx="7772400" cy="1470025"/>
          </a:xfrm>
        </p:spPr>
        <p:txBody>
          <a:bodyPr/>
          <a:lstStyle/>
          <a:p>
            <a:r>
              <a:rPr lang="en-IN" dirty="0"/>
              <a:t>Introduction to </a:t>
            </a:r>
            <a:r>
              <a:rPr lang="en-IN" dirty="0" err="1"/>
              <a:t>Amul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3581400"/>
          </a:xfrm>
        </p:spPr>
        <p:txBody>
          <a:bodyPr>
            <a:normAutofit/>
          </a:bodyPr>
          <a:lstStyle/>
          <a:p>
            <a:r>
              <a:rPr lang="en-US" dirty="0"/>
              <a:t>Overview of </a:t>
            </a:r>
            <a:r>
              <a:rPr lang="en-US" dirty="0" err="1"/>
              <a:t>Amul</a:t>
            </a:r>
            <a:r>
              <a:rPr lang="en-US" dirty="0"/>
              <a:t>, its history, and its parent company, the Gujarat Cooperative Milk Marketing Federation (GCMMF).</a:t>
            </a:r>
          </a:p>
          <a:p>
            <a:r>
              <a:rPr lang="en-US" dirty="0"/>
              <a:t>Mention its role in the Indian dairy industry.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9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Amul</a:t>
            </a:r>
            <a:r>
              <a:rPr lang="en-US" b="1" dirty="0"/>
              <a:t> Ice Cream – A Sweet Success Story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800"/>
            <a:ext cx="6400800" cy="3810000"/>
          </a:xfrm>
        </p:spPr>
        <p:txBody>
          <a:bodyPr>
            <a:normAutofit/>
          </a:bodyPr>
          <a:lstStyle/>
          <a:p>
            <a:r>
              <a:rPr lang="en-US" dirty="0"/>
              <a:t>Launch year: 1996</a:t>
            </a:r>
          </a:p>
          <a:p>
            <a:r>
              <a:rPr lang="en-US" dirty="0"/>
              <a:t>Rapid growth and market expansion</a:t>
            </a:r>
          </a:p>
          <a:p>
            <a:r>
              <a:rPr lang="en-US" dirty="0"/>
              <a:t>Competing against global brands like </a:t>
            </a:r>
            <a:r>
              <a:rPr lang="en-US" dirty="0" err="1"/>
              <a:t>Kwality</a:t>
            </a:r>
            <a:r>
              <a:rPr lang="en-US" dirty="0"/>
              <a:t> Walls, Mother Dairy, and </a:t>
            </a:r>
            <a:r>
              <a:rPr lang="en-US" dirty="0" err="1"/>
              <a:t>Vadilal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36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772400" cy="1470025"/>
          </a:xfrm>
        </p:spPr>
        <p:txBody>
          <a:bodyPr/>
          <a:lstStyle/>
          <a:p>
            <a:r>
              <a:rPr lang="en-IN" dirty="0"/>
              <a:t>Product Range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3657600"/>
          </a:xfrm>
        </p:spPr>
        <p:txBody>
          <a:bodyPr>
            <a:normAutofit/>
          </a:bodyPr>
          <a:lstStyle/>
          <a:p>
            <a:r>
              <a:rPr lang="en-US" dirty="0"/>
              <a:t>Categories:</a:t>
            </a:r>
          </a:p>
          <a:p>
            <a:pPr lvl="1"/>
            <a:r>
              <a:rPr lang="en-US" dirty="0"/>
              <a:t>Cups &amp; Cones</a:t>
            </a:r>
          </a:p>
          <a:p>
            <a:pPr lvl="1"/>
            <a:r>
              <a:rPr lang="en-US" dirty="0"/>
              <a:t>Family Packs</a:t>
            </a:r>
          </a:p>
          <a:p>
            <a:pPr lvl="1"/>
            <a:r>
              <a:rPr lang="en-US" dirty="0"/>
              <a:t>Ice Cream Cakes</a:t>
            </a:r>
          </a:p>
          <a:p>
            <a:pPr lvl="1"/>
            <a:r>
              <a:rPr lang="en-US" dirty="0"/>
              <a:t>Sugar-Free Ice Cream</a:t>
            </a:r>
          </a:p>
          <a:p>
            <a:pPr lvl="1"/>
            <a:r>
              <a:rPr lang="en-US" dirty="0"/>
              <a:t>Sundaes &amp; Novelties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51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IN" dirty="0"/>
              <a:t>Unique Selling Points (USPs)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33600"/>
            <a:ext cx="6400800" cy="3505200"/>
          </a:xfrm>
        </p:spPr>
        <p:txBody>
          <a:bodyPr>
            <a:normAutofit/>
          </a:bodyPr>
          <a:lstStyle/>
          <a:p>
            <a:r>
              <a:rPr lang="en-US" dirty="0"/>
              <a:t>Made from </a:t>
            </a:r>
            <a:r>
              <a:rPr lang="en-US" b="1" dirty="0"/>
              <a:t>real milk</a:t>
            </a:r>
            <a:r>
              <a:rPr lang="en-US" dirty="0"/>
              <a:t>, not vegetable oil-based substitutes</a:t>
            </a:r>
          </a:p>
          <a:p>
            <a:r>
              <a:rPr lang="en-US" dirty="0"/>
              <a:t>Affordable pricing for all income groups</a:t>
            </a:r>
          </a:p>
          <a:p>
            <a:r>
              <a:rPr lang="en-US" dirty="0"/>
              <a:t>Wide variety of flavors catering to Indian taste preferences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244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04800"/>
            <a:ext cx="7772400" cy="1470025"/>
          </a:xfrm>
        </p:spPr>
        <p:txBody>
          <a:bodyPr/>
          <a:lstStyle/>
          <a:p>
            <a:r>
              <a:rPr lang="en-IN" dirty="0"/>
              <a:t>Marketing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3581400"/>
          </a:xfrm>
        </p:spPr>
        <p:txBody>
          <a:bodyPr>
            <a:normAutofit/>
          </a:bodyPr>
          <a:lstStyle/>
          <a:p>
            <a:r>
              <a:rPr lang="en-US" i="1" dirty="0"/>
              <a:t>Taglines:</a:t>
            </a:r>
            <a:r>
              <a:rPr lang="en-US" dirty="0"/>
              <a:t> "Real Milk, Real Ice Cream"</a:t>
            </a:r>
          </a:p>
          <a:p>
            <a:r>
              <a:rPr lang="en-US" dirty="0"/>
              <a:t>Celebrity endorsements &amp; advertising campaigns</a:t>
            </a:r>
          </a:p>
          <a:p>
            <a:r>
              <a:rPr lang="en-US" dirty="0"/>
              <a:t>Social media promotions and digital campaigns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20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0"/>
            <a:ext cx="7772400" cy="1470025"/>
          </a:xfrm>
        </p:spPr>
        <p:txBody>
          <a:bodyPr/>
          <a:lstStyle/>
          <a:p>
            <a:r>
              <a:rPr lang="en-IN" dirty="0"/>
              <a:t>Distribution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3581400"/>
          </a:xfrm>
        </p:spPr>
        <p:txBody>
          <a:bodyPr>
            <a:normAutofit/>
          </a:bodyPr>
          <a:lstStyle/>
          <a:p>
            <a:r>
              <a:rPr lang="en-US" dirty="0" err="1"/>
              <a:t>Amul’s</a:t>
            </a:r>
            <a:r>
              <a:rPr lang="en-US" dirty="0"/>
              <a:t> vast supply chain covering </a:t>
            </a:r>
            <a:r>
              <a:rPr lang="en-US" b="1" dirty="0"/>
              <a:t>urban &amp; rural India</a:t>
            </a:r>
            <a:endParaRPr lang="en-US" dirty="0"/>
          </a:p>
          <a:p>
            <a:r>
              <a:rPr lang="en-US" dirty="0"/>
              <a:t>Over </a:t>
            </a:r>
            <a:r>
              <a:rPr lang="en-US" b="1" dirty="0"/>
              <a:t>10,000+ distributors and 1 lakh retailers</a:t>
            </a:r>
            <a:endParaRPr lang="en-US" dirty="0"/>
          </a:p>
          <a:p>
            <a:r>
              <a:rPr lang="en-US" dirty="0"/>
              <a:t>Ice cream parlors &amp; </a:t>
            </a:r>
            <a:r>
              <a:rPr lang="en-US" dirty="0" err="1"/>
              <a:t>Amul</a:t>
            </a:r>
            <a:r>
              <a:rPr lang="en-US" dirty="0"/>
              <a:t> franchise outlets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48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0"/>
            <a:ext cx="7772400" cy="1470025"/>
          </a:xfrm>
        </p:spPr>
        <p:txBody>
          <a:bodyPr/>
          <a:lstStyle/>
          <a:p>
            <a:r>
              <a:rPr lang="en-IN" dirty="0"/>
              <a:t>Competition in the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3429000"/>
          </a:xfrm>
        </p:spPr>
        <p:txBody>
          <a:bodyPr>
            <a:normAutofit/>
          </a:bodyPr>
          <a:lstStyle/>
          <a:p>
            <a:r>
              <a:rPr lang="en-US" dirty="0"/>
              <a:t>Major competitors: </a:t>
            </a:r>
            <a:r>
              <a:rPr lang="en-US" dirty="0" err="1"/>
              <a:t>Kwality</a:t>
            </a:r>
            <a:r>
              <a:rPr lang="en-US" dirty="0"/>
              <a:t> Walls, </a:t>
            </a:r>
            <a:r>
              <a:rPr lang="en-US" dirty="0" err="1"/>
              <a:t>Vadilal</a:t>
            </a:r>
            <a:r>
              <a:rPr lang="en-US" dirty="0"/>
              <a:t>, Mother Dairy</a:t>
            </a:r>
          </a:p>
          <a:p>
            <a:r>
              <a:rPr lang="en-US" dirty="0" err="1"/>
              <a:t>Amul’s</a:t>
            </a:r>
            <a:r>
              <a:rPr lang="en-US" dirty="0"/>
              <a:t> competitive advantage: </a:t>
            </a:r>
            <a:r>
              <a:rPr lang="en-US" b="1" dirty="0"/>
              <a:t>low pricing, high quality, and strong brand trust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029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3657600"/>
          </a:xfrm>
        </p:spPr>
        <p:txBody>
          <a:bodyPr>
            <a:normAutofit/>
          </a:bodyPr>
          <a:lstStyle/>
          <a:p>
            <a:r>
              <a:rPr lang="en-US" dirty="0" err="1"/>
              <a:t>Amul</a:t>
            </a:r>
            <a:r>
              <a:rPr lang="en-US" dirty="0"/>
              <a:t> Ice Cream’s role in making quality ice cream affordable for India</a:t>
            </a:r>
          </a:p>
          <a:p>
            <a:r>
              <a:rPr lang="en-US" dirty="0"/>
              <a:t>Continued growth and commitment to excellence</a:t>
            </a:r>
          </a:p>
          <a:p>
            <a:r>
              <a:rPr lang="en-US" dirty="0"/>
              <a:t>Ending with </a:t>
            </a:r>
            <a:r>
              <a:rPr lang="en-US" dirty="0" err="1"/>
              <a:t>Amul’s</a:t>
            </a:r>
            <a:r>
              <a:rPr lang="en-US" dirty="0"/>
              <a:t> famous mascot and tagline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44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4</TotalTime>
  <Words>234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Waveform</vt:lpstr>
      <vt:lpstr>Title: Amul Ice Cream - The Taste of India</vt:lpstr>
      <vt:lpstr>Introduction to Amul</vt:lpstr>
      <vt:lpstr>Amul Ice Cream – A Sweet Success Story </vt:lpstr>
      <vt:lpstr>Product Range</vt:lpstr>
      <vt:lpstr>Unique Selling Points (USPs)</vt:lpstr>
      <vt:lpstr>Marketing Strategies</vt:lpstr>
      <vt:lpstr>Distribution Network</vt:lpstr>
      <vt:lpstr>Competition in the Market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Amul Ice Cream - The Taste of India</dc:title>
  <dc:creator>Dream</dc:creator>
  <cp:lastModifiedBy>sanket mane</cp:lastModifiedBy>
  <cp:revision>3</cp:revision>
  <dcterms:created xsi:type="dcterms:W3CDTF">2006-08-16T00:00:00Z</dcterms:created>
  <dcterms:modified xsi:type="dcterms:W3CDTF">2025-04-07T05:35:51Z</dcterms:modified>
</cp:coreProperties>
</file>